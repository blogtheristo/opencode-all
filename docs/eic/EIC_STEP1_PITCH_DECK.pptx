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LIFETIME OY · ESPOO, FINLAND · EIC ACCELERATOR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 i="0">
                <a:solidFill>
                  <a:srgbClr val="E8B64C"/>
                </a:solidFill>
                <a:latin typeface="Arial"/>
              </a:rPr>
              <a:t>AEGIS</a:t>
            </a:r>
          </a:p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Sovereign AI agents that act for regulated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9FB3D1"/>
                </a:solidFill>
                <a:latin typeface="Arial"/>
              </a:rPr>
              <a:t>DWS IQ on the customer's own NVIDIA DGX — data and model weights never leave the building.  €2.5M grant-only · TRL 6→8.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8B64C"/>
                </a:solidFill>
                <a:latin typeface="Arial"/>
              </a:rPr>
              <a:t>NVIDIA Connect ISV Partner    ·    IBM Business Partner    ·    Amazon (AWS) Consulting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Who is in control?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AI agents are starting to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 and pay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for enterprises.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Europe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humans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models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nothing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agent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answer today (x402, Google AP2, Stripe) 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US-custodial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binds the human, not the agent.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From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the EU AI Act makes getting this wrong an enforceable violation.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SOLUTION ·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DWS IQ 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50 production agents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25 regulated industries.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Runs on the customer's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own NVIDIA DGX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sovereignty by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physics, not policy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KYA engine: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identity · live trust score · Leash Snap revocation · Article-12 audit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6 paying customers · €7k MRR · 100% retention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since first paid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INNOVATION · WHAT THE EIC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From gating actions → acting under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 signed, revocable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mandate credential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selective-disclosure proof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Tier-aware Sovereignty Profile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(cloud · on-prem DGX · hybrid).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Signed Sovereignty Attestation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→ EU AI Act compliance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machine-verifiable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across cloud, edge, air-gap.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Deep tech (zero-knowledge cryptography).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TRL 6→8.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The lead patent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Regulation creates the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AI Act Articles 12/14/72 enforce for high-risk systems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sovereign rails: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EUDI Wallet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(law 12/2026),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ECB Digital Euro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pilot H2 2027.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Agents transacting on EU rails need an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trust layer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US card-rail answers can't plug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Regulated EU industry — and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Energy, manufacturing, construction, logistics, finance, healthcare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25 verticals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Carbon/compliance software: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~$24B (2025) → ~$191B (2035)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22.9% CAGR.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Cross-domain pull: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EDA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NVIDIA &amp; Si2 DAC 2026 panel "Agentic AI: Who's in Control?"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BUSINESS MODEL ·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A model that already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Aegis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€59,990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subscriptions (€499–€2,999/mo) + outcome SKUs + grant-enabled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action tier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€7k MRR · 100% retention · roadmap to €60k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conformant third-party agent becomes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channel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COMPETITION · THE SOVEREIGNTY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Only one platform ticks all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× agent-native × compliance-native × in-production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= DWS IQ Aegis.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x402 / AP2 / Stripe: US, card/crypto rails. Shufti/Onfido: verify humans, not agents.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US players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can't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run inference in your building (CLOUD Act) or settle on EU rails. Aegis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Founder-led · partner-delivered · agent-multiplied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Risto Anton Päärni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Founder &amp; CEO; architect of DWS IQ + KYA; NVIDIA/IBM/AWS partner; LUT doctoral candidate.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Cubet Techno Labs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CEO John Lovegin: standing bench ~20 engineers, no key-person risk, NDA in force.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Academic anchoring: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LUT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(quantum-safe/PhD)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KTH TECoSA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(safety)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Metropolia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(talent, 5/5 master's).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€650K SAFE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progress.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Team includes women and men across engineering, product, and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€2.5M grant-only · 24 months · TRL 6→8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spec v1.0 + Sovereignty Profile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M12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Signed Attestation in production.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M18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cross-border pilots (FI + SE)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M24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certification path + €60k+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Fund the European answer for agents that transact — before the default is set elsewhere.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