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LIFETIME OY · ESPOO, FINLAND · EIC ACCELERATOR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7200" b="1" i="0">
                <a:solidFill>
                  <a:srgbClr val="E8B64C"/>
                </a:solidFill>
                <a:latin typeface="Arial"/>
              </a:rPr>
              <a:t>AEGIS</a:t>
            </a:r>
          </a:p>
          <a:p>
            <a:pPr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Arial"/>
              </a:rPr>
              <a:t>Sovereign AI agents that act for regulated Europe.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297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0" i="0">
                <a:solidFill>
                  <a:srgbClr val="9FB3D1"/>
                </a:solidFill>
                <a:latin typeface="Arial"/>
              </a:rPr>
              <a:t>KYA — Know Your Agent — running in production. Aegis, the sovereign dual-use tier, GA September 2026.  €2.5M grant-only · TRL 5→8.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6235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E8B64C"/>
                </a:solidFill>
                <a:latin typeface="Arial"/>
              </a:rPr>
              <a:t>NVIDIA Connect ISV Partner    ·    IBM Business Partner    ·    Amazon (AWS) Consulting Partner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Who is in control?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AI agents are starting to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act and pay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for enterprises.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Europe regulates the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humans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and the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models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— nothing regulates the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agent</a:t>
            </a:r>
            <a:r>
              <a:rPr sz="2000" b="0" i="0">
                <a:solidFill>
                  <a:srgbClr val="EAF1FB"/>
                </a:solidFill>
                <a:latin typeface="Arial"/>
              </a:rPr>
              <a:t>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Every answer today (x402, Google AP2, Stripe) is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US-custodial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and binds the human, not the agent.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From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Dec 2027</a:t>
            </a:r>
            <a:r>
              <a:rPr sz="2000" b="0" i="0">
                <a:solidFill>
                  <a:srgbClr val="EAF1FB"/>
                </a:solidFill>
                <a:latin typeface="Arial"/>
              </a:rPr>
              <a:t>, the EU AI Act makes getting this wrong an enforceable violation.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THE SOLUTION · KYA RUNNING IN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DWS IQ Aegis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KYA — Know Your Agent: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identity binding · live trust score · Leash Snap revocation · Article-12 audit.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Running today.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Agent fleet across the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21 EU-regulated dual-use industries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in Aegis scope (25 platform-wide).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Runs on the customer's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own NVIDIA DGX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— on-prem, weights stay on customer hardware.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Aegis GA September 2026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— pre-revenue today. The grant funds the leap.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THE INNOVATION · WHAT THE EIC FUNDS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Arial"/>
              </a:rPr>
              <a:t>From gating actions → acting under mandate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A signed, revocable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mandate credential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+ a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selective-disclosure proof</a:t>
            </a:r>
            <a:r>
              <a:rPr sz="2000" b="0" i="0">
                <a:solidFill>
                  <a:srgbClr val="EAF1FB"/>
                </a:solidFill>
                <a:latin typeface="Arial"/>
              </a:rPr>
              <a:t>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Tier-aware Sovereignty Profile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(cloud · on-prem DGX · hybrid).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Signed Sovereignty Attestation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→ EU AI Act compliance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machine-verifiable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across cloud, edge, air-gap.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Deep tech (zero-knowledge cryptography).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TRL 6→8.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The lead patent claim.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Regulation creates the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EU AI Act Articles 12/14/72 enforce for high-risk systems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Dec 2027</a:t>
            </a:r>
            <a:r>
              <a:rPr sz="2000" b="0" i="0">
                <a:solidFill>
                  <a:srgbClr val="EAF1FB"/>
                </a:solidFill>
                <a:latin typeface="Arial"/>
              </a:rPr>
              <a:t>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EU sovereign rails: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EUDI Wallet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(law 12/2026),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ECB Digital Euro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pilot H2 2027.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Agents transacting on EU rails need an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EU-sovereign trust layer</a:t>
            </a:r>
            <a:r>
              <a:rPr sz="2000" b="0" i="0">
                <a:solidFill>
                  <a:srgbClr val="EAF1FB"/>
                </a:solidFill>
                <a:latin typeface="Arial"/>
              </a:rPr>
              <a:t>. US card-rail answers can't plug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Regulated EU industry — and beyond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Energy, manufacturing, construction, logistics, finance, healthcare —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25 verticals</a:t>
            </a:r>
            <a:r>
              <a:rPr sz="2000" b="0" i="0">
                <a:solidFill>
                  <a:srgbClr val="EAF1FB"/>
                </a:solidFill>
                <a:latin typeface="Arial"/>
              </a:rPr>
              <a:t>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Carbon/compliance software: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~$24B (2025) → ~$191B (2035)</a:t>
            </a:r>
            <a:r>
              <a:rPr sz="2000" b="0" i="0">
                <a:solidFill>
                  <a:srgbClr val="EAF1FB"/>
                </a:solidFill>
                <a:latin typeface="Arial"/>
              </a:rPr>
              <a:t>, 22.9% CAGR.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Cross-domain pull: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EDA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— NVIDIA &amp; Si2 DAC 2026 panel "Agentic AI: Who's in Control?"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BUSINESS MODEL · 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A model that already prices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Aegis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€59,990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+ subscriptions (€499–€2,999/mo) + outcome SKUs + grant-enabled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action tier</a:t>
            </a:r>
            <a:r>
              <a:rPr sz="2000" b="0" i="0">
                <a:solidFill>
                  <a:srgbClr val="EAF1FB"/>
                </a:solidFill>
                <a:latin typeface="Arial"/>
              </a:rPr>
              <a:t>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Cash break-even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on founder transport + consulting revenue;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2 enterprise pilots contracted Q1/26</a:t>
            </a:r>
            <a:r>
              <a:rPr sz="2000" b="0" i="0">
                <a:solidFill>
                  <a:srgbClr val="EAF1FB"/>
                </a:solidFill>
                <a:latin typeface="Arial"/>
              </a:rPr>
              <a:t>; Outokumpu + Kemira offers filed.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Every conformant third-party agent becomes a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channel</a:t>
            </a:r>
            <a:r>
              <a:rPr sz="2000" b="0" i="0">
                <a:solidFill>
                  <a:srgbClr val="EAF1FB"/>
                </a:solidFill>
                <a:latin typeface="Arial"/>
              </a:rPr>
              <a:t>, not a competitor.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COMPETITION · THE SOVEREIGNTY WEDGE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Only one platform ticks all four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EU-sovereign × agent-native × compliance-native × dual-use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= DWS IQ Aegis.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x402 / AP2 / Stripe: US, card/crypto rails. Shufti/Onfido: verify humans, not agents.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US players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can't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run inference in your building (CLOUD Act) or settle on EU rails. Aegis can.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3200" b="1" i="0">
                <a:solidFill>
                  <a:srgbClr val="FFFFFF"/>
                </a:solidFill>
                <a:latin typeface="Arial"/>
              </a:rPr>
              <a:t>Founder-led · partner-delivered · agent-multiplied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Risto Anton Päärni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— Founder &amp; CEO; architect of DWS IQ + KYA; NVIDIA/IBM/AWS partner; doctoral discussions with LUT.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Cubet Techno Labs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— CEO John Lovegin: standing bench ~20 engineers, no key-person risk, NDA in force.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Academic anchoring: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LUT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(quantum-safe KYA research) ·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KTH TECoSA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(safety assurance) ·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Metropolia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(talent, 5/5 master's).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€650K SAFE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in progress.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Two-person core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+ contracted engineering bench under NDA + our own agent fleet. Grant funds the key hires.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€2.5M grant-only · 24 months · TRL 5→8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M6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spec v1.0 + Sovereignty Profile ·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M12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Signed Attestation in production.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M18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cross-border pilots (FI + SE) ·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M24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certification path + €60k+ MRR.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Fund the European answer for agents that transact — before the default is set elsewhere.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